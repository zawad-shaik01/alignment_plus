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13"/>
  </p:notesMasterIdLst>
  <p:sldIdLst>
    <p:sldId id="256" r:id="rId2"/>
    <p:sldId id="306" r:id="rId3"/>
    <p:sldId id="307" r:id="rId4"/>
    <p:sldId id="336" r:id="rId5"/>
    <p:sldId id="337" r:id="rId6"/>
    <p:sldId id="309" r:id="rId7"/>
    <p:sldId id="316" r:id="rId8"/>
    <p:sldId id="317" r:id="rId9"/>
    <p:sldId id="311" r:id="rId10"/>
    <p:sldId id="334" r:id="rId11"/>
    <p:sldId id="338" r:id="rId1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5388" autoAdjust="0"/>
  </p:normalViewPr>
  <p:slideViewPr>
    <p:cSldViewPr>
      <p:cViewPr varScale="1">
        <p:scale>
          <a:sx n="85" d="100"/>
          <a:sy n="85" d="100"/>
        </p:scale>
        <p:origin x="1402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wad shaik" userId="a0dd5741721b573c" providerId="LiveId" clId="{522BA48E-86B2-49C1-9006-12FFD02360E4}"/>
    <pc:docChg chg="undo redo custSel modSld">
      <pc:chgData name="zawad shaik" userId="a0dd5741721b573c" providerId="LiveId" clId="{522BA48E-86B2-49C1-9006-12FFD02360E4}" dt="2026-07-05T15:10:45.634" v="438" actId="20577"/>
      <pc:docMkLst>
        <pc:docMk/>
      </pc:docMkLst>
      <pc:sldChg chg="addSp delSp modSp mod">
        <pc:chgData name="zawad shaik" userId="a0dd5741721b573c" providerId="LiveId" clId="{522BA48E-86B2-49C1-9006-12FFD02360E4}" dt="2026-07-04T11:08:29.945" v="417" actId="20577"/>
        <pc:sldMkLst>
          <pc:docMk/>
          <pc:sldMk cId="0" sldId="256"/>
        </pc:sldMkLst>
        <pc:spChg chg="mod">
          <ac:chgData name="zawad shaik" userId="a0dd5741721b573c" providerId="LiveId" clId="{522BA48E-86B2-49C1-9006-12FFD02360E4}" dt="2026-07-04T11:08:29.945" v="417" actId="20577"/>
          <ac:spMkLst>
            <pc:docMk/>
            <pc:sldMk cId="0" sldId="256"/>
            <ac:spMk id="13" creationId="{00000000-0000-0000-0000-000000000000}"/>
          </ac:spMkLst>
        </pc:spChg>
        <pc:grpChg chg="add del">
          <ac:chgData name="zawad shaik" userId="a0dd5741721b573c" providerId="LiveId" clId="{522BA48E-86B2-49C1-9006-12FFD02360E4}" dt="2026-07-03T14:17:21.065" v="6" actId="478"/>
          <ac:grpSpMkLst>
            <pc:docMk/>
            <pc:sldMk cId="0" sldId="256"/>
            <ac:grpSpMk id="2050" creationId="{00000000-0000-0000-0000-000000000000}"/>
          </ac:grpSpMkLst>
        </pc:grpChg>
        <pc:picChg chg="mod">
          <ac:chgData name="zawad shaik" userId="a0dd5741721b573c" providerId="LiveId" clId="{522BA48E-86B2-49C1-9006-12FFD02360E4}" dt="2026-07-03T14:16:56.612" v="2" actId="14100"/>
          <ac:picMkLst>
            <pc:docMk/>
            <pc:sldMk cId="0" sldId="256"/>
            <ac:picMk id="2056" creationId="{00000000-0000-0000-0000-000000000000}"/>
          </ac:picMkLst>
        </pc:picChg>
      </pc:sldChg>
      <pc:sldChg chg="addSp delSp modSp mod">
        <pc:chgData name="zawad shaik" userId="a0dd5741721b573c" providerId="LiveId" clId="{522BA48E-86B2-49C1-9006-12FFD02360E4}" dt="2026-07-05T15:09:15.043" v="430" actId="2711"/>
        <pc:sldMkLst>
          <pc:docMk/>
          <pc:sldMk cId="0" sldId="306"/>
        </pc:sldMkLst>
        <pc:spChg chg="mod">
          <ac:chgData name="zawad shaik" userId="a0dd5741721b573c" providerId="LiveId" clId="{522BA48E-86B2-49C1-9006-12FFD02360E4}" dt="2026-07-05T15:09:15.043" v="430" actId="2711"/>
          <ac:spMkLst>
            <pc:docMk/>
            <pc:sldMk cId="0" sldId="306"/>
            <ac:spMk id="2" creationId="{00000000-0000-0000-0000-000000000000}"/>
          </ac:spMkLst>
        </pc:spChg>
        <pc:picChg chg="add mod">
          <ac:chgData name="zawad shaik" userId="a0dd5741721b573c" providerId="LiveId" clId="{522BA48E-86B2-49C1-9006-12FFD02360E4}" dt="2026-07-03T14:30:46.286" v="306" actId="14100"/>
          <ac:picMkLst>
            <pc:docMk/>
            <pc:sldMk cId="0" sldId="306"/>
            <ac:picMk id="6" creationId="{77C4EC5C-FDC0-3EC1-784D-EC85A3A593F6}"/>
          </ac:picMkLst>
        </pc:picChg>
        <pc:picChg chg="mod">
          <ac:chgData name="zawad shaik" userId="a0dd5741721b573c" providerId="LiveId" clId="{522BA48E-86B2-49C1-9006-12FFD02360E4}" dt="2026-07-05T15:09:08.362" v="426" actId="1076"/>
          <ac:picMkLst>
            <pc:docMk/>
            <pc:sldMk cId="0" sldId="306"/>
            <ac:picMk id="3075" creationId="{00000000-0000-0000-0000-000000000000}"/>
          </ac:picMkLst>
        </pc:picChg>
      </pc:sldChg>
      <pc:sldChg chg="modSp mod">
        <pc:chgData name="zawad shaik" userId="a0dd5741721b573c" providerId="LiveId" clId="{522BA48E-86B2-49C1-9006-12FFD02360E4}" dt="2026-07-05T15:10:21.346" v="436" actId="20577"/>
        <pc:sldMkLst>
          <pc:docMk/>
          <pc:sldMk cId="0" sldId="307"/>
        </pc:sldMkLst>
        <pc:spChg chg="mod">
          <ac:chgData name="zawad shaik" userId="a0dd5741721b573c" providerId="LiveId" clId="{522BA48E-86B2-49C1-9006-12FFD02360E4}" dt="2026-07-05T15:10:21.346" v="436" actId="20577"/>
          <ac:spMkLst>
            <pc:docMk/>
            <pc:sldMk cId="0" sldId="307"/>
            <ac:spMk id="9" creationId="{00000000-0000-0000-0000-000000000000}"/>
          </ac:spMkLst>
        </pc:spChg>
        <pc:picChg chg="mod">
          <ac:chgData name="zawad shaik" userId="a0dd5741721b573c" providerId="LiveId" clId="{522BA48E-86B2-49C1-9006-12FFD02360E4}" dt="2026-07-05T15:09:21.086" v="432" actId="1076"/>
          <ac:picMkLst>
            <pc:docMk/>
            <pc:sldMk cId="0" sldId="307"/>
            <ac:picMk id="3075" creationId="{00000000-0000-0000-0000-000000000000}"/>
          </ac:picMkLst>
        </pc:picChg>
      </pc:sldChg>
      <pc:sldChg chg="modSp mod">
        <pc:chgData name="zawad shaik" userId="a0dd5741721b573c" providerId="LiveId" clId="{522BA48E-86B2-49C1-9006-12FFD02360E4}" dt="2026-07-03T14:45:27.626" v="361" actId="255"/>
        <pc:sldMkLst>
          <pc:docMk/>
          <pc:sldMk cId="0" sldId="309"/>
        </pc:sldMkLst>
        <pc:spChg chg="mod">
          <ac:chgData name="zawad shaik" userId="a0dd5741721b573c" providerId="LiveId" clId="{522BA48E-86B2-49C1-9006-12FFD02360E4}" dt="2026-07-03T14:45:27.626" v="361" actId="255"/>
          <ac:spMkLst>
            <pc:docMk/>
            <pc:sldMk cId="0" sldId="309"/>
            <ac:spMk id="3" creationId="{00000000-0000-0000-0000-000000000000}"/>
          </ac:spMkLst>
        </pc:spChg>
      </pc:sldChg>
      <pc:sldChg chg="modSp mod">
        <pc:chgData name="zawad shaik" userId="a0dd5741721b573c" providerId="LiveId" clId="{522BA48E-86B2-49C1-9006-12FFD02360E4}" dt="2026-07-03T14:46:54.875" v="366" actId="12"/>
        <pc:sldMkLst>
          <pc:docMk/>
          <pc:sldMk cId="0" sldId="316"/>
        </pc:sldMkLst>
        <pc:spChg chg="mod">
          <ac:chgData name="zawad shaik" userId="a0dd5741721b573c" providerId="LiveId" clId="{522BA48E-86B2-49C1-9006-12FFD02360E4}" dt="2026-07-03T14:46:54.875" v="366" actId="12"/>
          <ac:spMkLst>
            <pc:docMk/>
            <pc:sldMk cId="0" sldId="316"/>
            <ac:spMk id="2" creationId="{00000000-0000-0000-0000-000000000000}"/>
          </ac:spMkLst>
        </pc:spChg>
      </pc:sldChg>
      <pc:sldChg chg="modSp mod">
        <pc:chgData name="zawad shaik" userId="a0dd5741721b573c" providerId="LiveId" clId="{522BA48E-86B2-49C1-9006-12FFD02360E4}" dt="2026-07-03T14:47:35.922" v="369" actId="20577"/>
        <pc:sldMkLst>
          <pc:docMk/>
          <pc:sldMk cId="0" sldId="317"/>
        </pc:sldMkLst>
        <pc:graphicFrameChg chg="modGraphic">
          <ac:chgData name="zawad shaik" userId="a0dd5741721b573c" providerId="LiveId" clId="{522BA48E-86B2-49C1-9006-12FFD02360E4}" dt="2026-07-03T14:47:35.922" v="369" actId="20577"/>
          <ac:graphicFrameMkLst>
            <pc:docMk/>
            <pc:sldMk cId="0" sldId="317"/>
            <ac:graphicFrameMk id="10" creationId="{00000000-0000-0000-0000-000000000000}"/>
          </ac:graphicFrameMkLst>
        </pc:graphicFrameChg>
      </pc:sldChg>
      <pc:sldChg chg="delSp modSp mod">
        <pc:chgData name="zawad shaik" userId="a0dd5741721b573c" providerId="LiveId" clId="{522BA48E-86B2-49C1-9006-12FFD02360E4}" dt="2026-07-05T15:10:45.634" v="438" actId="20577"/>
        <pc:sldMkLst>
          <pc:docMk/>
          <pc:sldMk cId="0" sldId="336"/>
        </pc:sldMkLst>
        <pc:spChg chg="mod">
          <ac:chgData name="zawad shaik" userId="a0dd5741721b573c" providerId="LiveId" clId="{522BA48E-86B2-49C1-9006-12FFD02360E4}" dt="2026-07-05T15:10:45.634" v="438" actId="20577"/>
          <ac:spMkLst>
            <pc:docMk/>
            <pc:sldMk cId="0" sldId="336"/>
            <ac:spMk id="8" creationId="{00000000-0000-0000-0000-000000000000}"/>
          </ac:spMkLst>
        </pc:spChg>
      </pc:sldChg>
      <pc:sldChg chg="modSp mod">
        <pc:chgData name="zawad shaik" userId="a0dd5741721b573c" providerId="LiveId" clId="{522BA48E-86B2-49C1-9006-12FFD02360E4}" dt="2026-07-03T14:40:33.994" v="328" actId="255"/>
        <pc:sldMkLst>
          <pc:docMk/>
          <pc:sldMk cId="0" sldId="337"/>
        </pc:sldMkLst>
        <pc:spChg chg="mod">
          <ac:chgData name="zawad shaik" userId="a0dd5741721b573c" providerId="LiveId" clId="{522BA48E-86B2-49C1-9006-12FFD02360E4}" dt="2026-07-03T14:40:33.994" v="328" actId="255"/>
          <ac:spMkLst>
            <pc:docMk/>
            <pc:sldMk cId="0" sldId="337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88AD366-2278-42B0-93E8-12CDCA687D59}" type="datetimeFigureOut">
              <a:rPr lang="en-US"/>
              <a:pPr>
                <a:defRPr/>
              </a:pPr>
              <a:t>7/5/2026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FEBB227F-ACEB-42FA-B773-D8059D9AAED0}" type="slidenum">
              <a:rPr lang="en-IN" altLang="en-US"/>
              <a:pPr>
                <a:defRPr/>
              </a:pPr>
              <a:t>‹#›</a:t>
            </a:fld>
            <a:endParaRPr lang="en-IN" altLang="en-US" dirty="0"/>
          </a:p>
        </p:txBody>
      </p:sp>
    </p:spTree>
    <p:extLst>
      <p:ext uri="{BB962C8B-B14F-4D97-AF65-F5344CB8AC3E}">
        <p14:creationId xmlns:p14="http://schemas.microsoft.com/office/powerpoint/2010/main" val="19158087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EBB227F-ACEB-42FA-B773-D8059D9AAED0}" type="slidenum">
              <a:rPr lang="en-IN" altLang="en-US" smtClean="0"/>
              <a:pPr>
                <a:defRPr/>
              </a:pPr>
              <a:t>3</a:t>
            </a:fld>
            <a:endParaRPr lang="en-IN" altLang="en-US" dirty="0"/>
          </a:p>
        </p:txBody>
      </p:sp>
    </p:spTree>
    <p:extLst>
      <p:ext uri="{BB962C8B-B14F-4D97-AF65-F5344CB8AC3E}">
        <p14:creationId xmlns:p14="http://schemas.microsoft.com/office/powerpoint/2010/main" val="2959060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BB227F-ACEB-42FA-B773-D8059D9AAED0}" type="slidenum">
              <a:rPr lang="en-IN" altLang="en-US" smtClean="0"/>
              <a:pPr>
                <a:defRPr/>
              </a:pPr>
              <a:t>4</a:t>
            </a:fld>
            <a:endParaRPr lang="en-I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BB227F-ACEB-42FA-B773-D8059D9AAED0}" type="slidenum">
              <a:rPr lang="en-IN" altLang="en-US" smtClean="0"/>
              <a:pPr>
                <a:defRPr/>
              </a:pPr>
              <a:t>9</a:t>
            </a:fld>
            <a:endParaRPr lang="en-I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004DB1-B1F6-4FAA-B676-CCB37C27CDAF}" type="datetimeFigureOut">
              <a:rPr lang="en-US"/>
              <a:pPr>
                <a:defRPr/>
              </a:pPr>
              <a:t>7/5/2026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EC9C83-8F19-463A-99BF-5F1904CCA837}" type="slidenum">
              <a:rPr lang="en-IN" altLang="en-US"/>
              <a:pPr>
                <a:defRPr/>
              </a:pPr>
              <a:t>‹#›</a:t>
            </a:fld>
            <a:endParaRPr lang="en-I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E65C89-5F33-4612-9D56-FD2CDAD3518A}" type="datetimeFigureOut">
              <a:rPr lang="en-US"/>
              <a:pPr>
                <a:defRPr/>
              </a:pPr>
              <a:t>7/5/2026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4093D4-ADD1-405B-B889-C5CB5309E60C}" type="slidenum">
              <a:rPr lang="en-IN" altLang="en-US"/>
              <a:pPr>
                <a:defRPr/>
              </a:pPr>
              <a:t>‹#›</a:t>
            </a:fld>
            <a:endParaRPr lang="en-I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26E782-AC49-4D2A-85AD-D2F6C59EB2BA}" type="datetimeFigureOut">
              <a:rPr lang="en-US"/>
              <a:pPr>
                <a:defRPr/>
              </a:pPr>
              <a:t>7/5/2026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731C7B-0BFD-434E-9217-893A69075094}" type="slidenum">
              <a:rPr lang="en-IN" altLang="en-US"/>
              <a:pPr>
                <a:defRPr/>
              </a:pPr>
              <a:t>‹#›</a:t>
            </a:fld>
            <a:endParaRPr lang="en-I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F7D79D-5A78-4D31-B6AA-E7DFBF500565}" type="datetimeFigureOut">
              <a:rPr lang="en-US"/>
              <a:pPr>
                <a:defRPr/>
              </a:pPr>
              <a:t>7/5/2026</a:t>
            </a:fld>
            <a:endParaRPr lang="en-IN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75C63F-4767-4EBD-B27E-44F9B0B9E5D6}" type="slidenum">
              <a:rPr lang="en-IN" altLang="en-US"/>
              <a:pPr>
                <a:defRPr/>
              </a:pPr>
              <a:t>‹#›</a:t>
            </a:fld>
            <a:endParaRPr lang="en-I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D9157A-132C-4034-905F-B2CE75D0AB8C}" type="datetimeFigureOut">
              <a:rPr lang="en-US"/>
              <a:pPr>
                <a:defRPr/>
              </a:pPr>
              <a:t>7/5/2026</a:t>
            </a:fld>
            <a:endParaRPr lang="en-IN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BF1D9F-9421-4F39-BBF9-11F87C0DF081}" type="slidenum">
              <a:rPr lang="en-IN" altLang="en-US"/>
              <a:pPr>
                <a:defRPr/>
              </a:pPr>
              <a:t>‹#›</a:t>
            </a:fld>
            <a:endParaRPr lang="en-I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AF5B1C-E071-4C4C-88E4-713E7CAE4388}" type="datetimeFigureOut">
              <a:rPr lang="en-US"/>
              <a:pPr>
                <a:defRPr/>
              </a:pPr>
              <a:t>7/5/2026</a:t>
            </a:fld>
            <a:endParaRPr lang="en-IN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84C9B2-82B4-4B90-98F0-9F1891F47281}" type="slidenum">
              <a:rPr lang="en-IN" altLang="en-US"/>
              <a:pPr>
                <a:defRPr/>
              </a:pPr>
              <a:t>‹#›</a:t>
            </a:fld>
            <a:endParaRPr lang="en-I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22A49C-6734-48F8-AAB5-3A28CED8749B}" type="datetimeFigureOut">
              <a:rPr lang="en-US"/>
              <a:pPr>
                <a:defRPr/>
              </a:pPr>
              <a:t>7/5/2026</a:t>
            </a:fld>
            <a:endParaRPr lang="en-IN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063509-DC85-45C8-BF19-CA48943F281B}" type="slidenum">
              <a:rPr lang="en-IN" altLang="en-US"/>
              <a:pPr>
                <a:defRPr/>
              </a:pPr>
              <a:t>‹#›</a:t>
            </a:fld>
            <a:endParaRPr lang="en-I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D8F6EA-368A-48F2-BF24-FA8888271480}" type="datetimeFigureOut">
              <a:rPr lang="en-US"/>
              <a:pPr>
                <a:defRPr/>
              </a:pPr>
              <a:t>7/5/2026</a:t>
            </a:fld>
            <a:endParaRPr lang="en-IN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647ECB-1FA9-4005-8A52-9C96F64EFCF7}" type="slidenum">
              <a:rPr lang="en-IN" altLang="en-US"/>
              <a:pPr>
                <a:defRPr/>
              </a:pPr>
              <a:t>‹#›</a:t>
            </a:fld>
            <a:endParaRPr lang="en-I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DBE378-3BFB-4200-8649-4F331F0021AA}" type="datetimeFigureOut">
              <a:rPr lang="en-US"/>
              <a:pPr>
                <a:defRPr/>
              </a:pPr>
              <a:t>7/5/2026</a:t>
            </a:fld>
            <a:endParaRPr lang="en-IN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A4E830-8CF4-41EE-B796-7718A4E601F2}" type="slidenum">
              <a:rPr lang="en-IN" altLang="en-US"/>
              <a:pPr>
                <a:defRPr/>
              </a:pPr>
              <a:t>‹#›</a:t>
            </a:fld>
            <a:endParaRPr lang="en-I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00AFE1-3A2C-48AD-93CF-3996592DA556}" type="datetimeFigureOut">
              <a:rPr lang="en-US"/>
              <a:pPr>
                <a:defRPr/>
              </a:pPr>
              <a:t>7/5/2026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99A180-2ADC-4B4E-90A0-4E0AA1061DAD}" type="slidenum">
              <a:rPr lang="en-IN" altLang="en-US"/>
              <a:pPr>
                <a:defRPr/>
              </a:pPr>
              <a:t>‹#›</a:t>
            </a:fld>
            <a:endParaRPr lang="en-I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1DD909-C205-4B21-ACC4-C51370B3E5B1}" type="datetimeFigureOut">
              <a:rPr lang="en-US"/>
              <a:pPr>
                <a:defRPr/>
              </a:pPr>
              <a:t>7/5/2026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84F841-240D-469B-A1A1-484A1E7EE392}" type="slidenum">
              <a:rPr lang="en-IN" altLang="en-US"/>
              <a:pPr>
                <a:defRPr/>
              </a:pPr>
              <a:t>‹#›</a:t>
            </a:fld>
            <a:endParaRPr lang="en-I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92D93DA-8623-4AB1-A951-1FB90306185A}" type="datetimeFigureOut">
              <a:rPr lang="en-US"/>
              <a:pPr>
                <a:defRPr/>
              </a:pPr>
              <a:t>7/5/2026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D717BA9-8981-4DA9-B491-5C62AB811624}" type="slidenum">
              <a:rPr lang="en-IN" altLang="en-US"/>
              <a:pPr>
                <a:defRPr/>
              </a:pPr>
              <a:t>‹#›</a:t>
            </a:fld>
            <a:endParaRPr lang="en-I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"/>
          <p:cNvGrpSpPr>
            <a:grpSpLocks/>
          </p:cNvGrpSpPr>
          <p:nvPr/>
        </p:nvGrpSpPr>
        <p:grpSpPr bwMode="auto">
          <a:xfrm>
            <a:off x="0" y="0"/>
            <a:ext cx="9133170" cy="6881347"/>
            <a:chOff x="93237" y="-258"/>
            <a:chExt cx="8960796" cy="6858000"/>
          </a:xfrm>
        </p:grpSpPr>
        <p:pic>
          <p:nvPicPr>
            <p:cNvPr id="2055" name="Picture 4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93237" y="-258"/>
              <a:ext cx="8960796" cy="68580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pic>
        <p:pic>
          <p:nvPicPr>
            <p:cNvPr id="2056" name="Picture 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93238" y="5176219"/>
              <a:ext cx="8960795" cy="533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5" name="Title 1"/>
          <p:cNvSpPr txBox="1">
            <a:spLocks/>
          </p:cNvSpPr>
          <p:nvPr/>
        </p:nvSpPr>
        <p:spPr>
          <a:xfrm>
            <a:off x="2811463" y="2708275"/>
            <a:ext cx="5943600" cy="865188"/>
          </a:xfrm>
          <a:prstGeom prst="rect">
            <a:avLst/>
          </a:prstGeom>
        </p:spPr>
        <p:txBody>
          <a:bodyPr anchor="b"/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 kern="1200" spc="-50">
                <a:solidFill>
                  <a:srgbClr val="404040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</a:defRPr>
            </a:lvl9pPr>
          </a:lstStyle>
          <a:p>
            <a:pPr>
              <a:defRPr/>
            </a:pP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7" name="Rectangle 2"/>
          <p:cNvSpPr>
            <a:spLocks noChangeArrowheads="1"/>
          </p:cNvSpPr>
          <p:nvPr/>
        </p:nvSpPr>
        <p:spPr bwMode="auto">
          <a:xfrm>
            <a:off x="3309407" y="3452347"/>
            <a:ext cx="5738638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lnSpc>
                <a:spcPct val="150000"/>
              </a:lnSpc>
              <a:buFont typeface="Wingdings 3" pitchFamily="18" charset="2"/>
              <a:buNone/>
              <a:defRPr/>
            </a:pPr>
            <a:endParaRPr lang="en-IN" altLang="en-US" sz="24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  <a:buFont typeface="Wingdings 3" pitchFamily="18" charset="2"/>
              <a:buNone/>
              <a:defRPr/>
            </a:pPr>
            <a:endParaRPr lang="en-US" altLang="en-US" sz="2000" dirty="0">
              <a:solidFill>
                <a:schemeClr val="accent1">
                  <a:lumMod val="75000"/>
                </a:schemeClr>
              </a:solidFill>
              <a:cs typeface="Arial" charset="0"/>
            </a:endParaRPr>
          </a:p>
          <a:p>
            <a:pPr eaLnBrk="1" hangingPunct="1">
              <a:lnSpc>
                <a:spcPct val="150000"/>
              </a:lnSpc>
              <a:buFont typeface="Wingdings 3" pitchFamily="18" charset="2"/>
              <a:buNone/>
              <a:defRPr/>
            </a:pPr>
            <a:r>
              <a:rPr lang="en-US" altLang="en-US" sz="2000" dirty="0">
                <a:solidFill>
                  <a:schemeClr val="accent1">
                    <a:lumMod val="75000"/>
                  </a:schemeClr>
                </a:solidFill>
                <a:cs typeface="Arial" charset="0"/>
              </a:rPr>
              <a:t>                                 </a:t>
            </a:r>
          </a:p>
        </p:txBody>
      </p:sp>
      <p:pic>
        <p:nvPicPr>
          <p:cNvPr id="2054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203325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35496" y="3861048"/>
            <a:ext cx="4572000" cy="4986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lnSpc>
                <a:spcPct val="150000"/>
              </a:lnSpc>
              <a:buFont typeface="Wingdings 3" panose="05040102010807070707" pitchFamily="18" charset="2"/>
              <a:buNone/>
              <a:defRPr/>
            </a:pPr>
            <a:r>
              <a:rPr lang="en-US" altLang="en-US" sz="2000" b="1" u="sng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IN" altLang="en-US" sz="2000" b="1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050367" y="2459999"/>
            <a:ext cx="706684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                                 	 </a:t>
            </a:r>
            <a:r>
              <a:rPr lang="en-US" sz="2400" b="1" u="sng" dirty="0">
                <a:latin typeface="Times New Roman" pitchFamily="18" charset="0"/>
                <a:cs typeface="Times New Roman" pitchFamily="18" charset="0"/>
              </a:rPr>
              <a:t>Department:</a:t>
            </a:r>
          </a:p>
          <a:p>
            <a:pPr algn="ctr"/>
            <a:r>
              <a:rPr lang="en-US" sz="24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Computer science and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28" y="4221088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20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33833" y="3713380"/>
            <a:ext cx="46760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          Submitted by:</a:t>
            </a:r>
          </a:p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Shaik Zawad Alam	              (24262-CM-033)</a:t>
            </a:r>
          </a:p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Shaik Yusuf     	              (24262-CM-032)</a:t>
            </a:r>
          </a:p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Pathan Omar Farooq             (24262-CM-020) </a:t>
            </a:r>
          </a:p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Nithin		               (24262-CM-019)    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5"/>
          <p:cNvPicPr>
            <a:picLocks noChangeAspect="1" noChangeArrowheads="1"/>
          </p:cNvPicPr>
          <p:nvPr/>
        </p:nvPicPr>
        <p:blipFill>
          <a:blip r:embed="rId2"/>
          <a:srcRect b="7475"/>
          <a:stretch>
            <a:fillRect/>
          </a:stretch>
        </p:blipFill>
        <p:spPr bwMode="auto">
          <a:xfrm>
            <a:off x="9104" y="0"/>
            <a:ext cx="9125792" cy="6958392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pic>
      <p:pic>
        <p:nvPicPr>
          <p:cNvPr id="3075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11377" y="6287536"/>
            <a:ext cx="9166753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-2115" y="851840"/>
            <a:ext cx="87110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Alignment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Lucida Sans" panose="020B0602030504020204" pitchFamily="34" charset="0"/>
                <a:cs typeface="Times New Roman" panose="02020603050405020304" pitchFamily="18" charset="0"/>
              </a:rPr>
              <a:t>+</a:t>
            </a:r>
          </a:p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[Personalized Rehabilitation Platform]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8750" y="3471"/>
            <a:ext cx="670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PROJECT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C4EC5C-FDC0-3EC1-784D-EC85A3A593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929058"/>
            <a:ext cx="8001000" cy="41669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5"/>
          <p:cNvPicPr>
            <a:picLocks noChangeAspect="1" noChangeArrowheads="1"/>
          </p:cNvPicPr>
          <p:nvPr/>
        </p:nvPicPr>
        <p:blipFill>
          <a:blip r:embed="rId3"/>
          <a:srcRect b="7475"/>
          <a:stretch>
            <a:fillRect/>
          </a:stretch>
        </p:blipFill>
        <p:spPr bwMode="auto">
          <a:xfrm>
            <a:off x="13494" y="0"/>
            <a:ext cx="9144000" cy="6973888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pic>
      <p:pic>
        <p:nvPicPr>
          <p:cNvPr id="3075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6218238"/>
            <a:ext cx="9158288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214414" y="44624"/>
            <a:ext cx="6729432" cy="706421"/>
          </a:xfrm>
        </p:spPr>
        <p:txBody>
          <a:bodyPr/>
          <a:lstStyle/>
          <a:p>
            <a:pPr algn="ctr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 CONTENTS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71472" y="2204864"/>
            <a:ext cx="8143932" cy="1296144"/>
          </a:xfrm>
        </p:spPr>
        <p:txBody>
          <a:bodyPr/>
          <a:lstStyle/>
          <a:p>
            <a:pPr marL="342900" indent="-342900" algn="just">
              <a:lnSpc>
                <a:spcPct val="100000"/>
              </a:lnSpc>
              <a:buNone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7544" y="1268760"/>
            <a:ext cx="1847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/>
            <a:endParaRPr lang="en-US" sz="2200" dirty="0"/>
          </a:p>
        </p:txBody>
      </p:sp>
      <p:sp>
        <p:nvSpPr>
          <p:cNvPr id="8" name="TextBox 7"/>
          <p:cNvSpPr txBox="1"/>
          <p:nvPr/>
        </p:nvSpPr>
        <p:spPr>
          <a:xfrm>
            <a:off x="304800" y="1066800"/>
            <a:ext cx="861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7" y="1237109"/>
            <a:ext cx="811072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ABSTRACT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EXISTING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PROPOSED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SOFTWARE REQUIREMENTS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HARDWARE REQUIREMENTS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5"/>
          <p:cNvPicPr>
            <a:picLocks noChangeAspect="1" noChangeArrowheads="1"/>
          </p:cNvPicPr>
          <p:nvPr/>
        </p:nvPicPr>
        <p:blipFill>
          <a:blip r:embed="rId3"/>
          <a:srcRect b="7475"/>
          <a:stretch>
            <a:fillRect/>
          </a:stretch>
        </p:blipFill>
        <p:spPr bwMode="auto">
          <a:xfrm>
            <a:off x="-14288" y="-1"/>
            <a:ext cx="9144000" cy="6858000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pic>
      <p:pic>
        <p:nvPicPr>
          <p:cNvPr id="3075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-14288" y="6102350"/>
            <a:ext cx="9158288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200140" y="248311"/>
            <a:ext cx="6729432" cy="706421"/>
          </a:xfrm>
        </p:spPr>
        <p:txBody>
          <a:bodyPr/>
          <a:lstStyle/>
          <a:p>
            <a:pPr algn="ctr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ABSTRACT</a:t>
            </a:r>
            <a:br>
              <a:rPr lang="en-US" sz="3600" b="1" dirty="0">
                <a:latin typeface="Times New Roman" pitchFamily="18" charset="0"/>
                <a:cs typeface="Times New Roman" pitchFamily="18" charset="0"/>
              </a:rPr>
            </a:b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71472" y="2204864"/>
            <a:ext cx="8143932" cy="1296144"/>
          </a:xfrm>
        </p:spPr>
        <p:txBody>
          <a:bodyPr/>
          <a:lstStyle/>
          <a:p>
            <a:pPr marL="342900" indent="-342900" algn="just">
              <a:lnSpc>
                <a:spcPct val="100000"/>
              </a:lnSpc>
              <a:buNone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982" y="1081478"/>
            <a:ext cx="88249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ALIGNMENT+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web-based physiotherapy rehabilitation platform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designed to help users manage posture-related conditions through structured and condition-specific exercise plans. It provides an intuitive dashboard, guided exercise routines, and profile management in a single platform. Developed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JavaScript, Python, PHP, and MySQL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system aims to make home-based rehabilitation more accessible, organized, and effective, with future scope for AI-powered posture analysis and progress tracking.</a:t>
            </a: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5"/>
          <p:cNvPicPr>
            <a:picLocks noChangeAspect="1" noChangeArrowheads="1"/>
          </p:cNvPicPr>
          <p:nvPr/>
        </p:nvPicPr>
        <p:blipFill>
          <a:blip r:embed="rId2"/>
          <a:srcRect b="7475"/>
          <a:stretch>
            <a:fillRect/>
          </a:stretch>
        </p:blipFill>
        <p:spPr bwMode="auto">
          <a:xfrm>
            <a:off x="0" y="0"/>
            <a:ext cx="9144000" cy="6973888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pic>
      <p:pic>
        <p:nvPicPr>
          <p:cNvPr id="3075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50" y="6218238"/>
            <a:ext cx="9158288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214414" y="44624"/>
            <a:ext cx="6729432" cy="706421"/>
          </a:xfrm>
        </p:spPr>
        <p:txBody>
          <a:bodyPr/>
          <a:lstStyle/>
          <a:p>
            <a:pPr algn="ctr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36224"/>
            <a:ext cx="350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970002"/>
            <a:ext cx="88392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ALIGNMENT+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developed to offer personalized physiotherapy guidance based on the user's condition.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patients with posture-related conditions face challenges in following regular rehabilitation programs.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rehabilitation methods often lack personalized guidance and convenient home-based support.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centralized digital platform can provide structured exercise plans and improve rehabilitation accessibility.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aims to improve posture awareness, encourage consistent rehabilitation, and support effective recovery through an easy-to-use web platform.</a:t>
            </a: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524000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/>
          </a:p>
        </p:txBody>
      </p: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5"/>
          <p:cNvPicPr>
            <a:picLocks noChangeAspect="1" noChangeArrowheads="1"/>
          </p:cNvPicPr>
          <p:nvPr/>
        </p:nvPicPr>
        <p:blipFill>
          <a:blip r:embed="rId2"/>
          <a:srcRect b="7475"/>
          <a:stretch>
            <a:fillRect/>
          </a:stretch>
        </p:blipFill>
        <p:spPr bwMode="auto">
          <a:xfrm>
            <a:off x="0" y="11296"/>
            <a:ext cx="9139813" cy="6875725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pic>
      <p:pic>
        <p:nvPicPr>
          <p:cNvPr id="3075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86" y="6102350"/>
            <a:ext cx="9139813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71472" y="2204864"/>
            <a:ext cx="8143932" cy="1296144"/>
          </a:xfrm>
        </p:spPr>
        <p:txBody>
          <a:bodyPr/>
          <a:lstStyle/>
          <a:p>
            <a:pPr marL="342900" indent="-342900" algn="just">
              <a:lnSpc>
                <a:spcPct val="100000"/>
              </a:lnSpc>
              <a:buNone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1376" y="152400"/>
            <a:ext cx="4495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 EXISTING SYSTEM</a:t>
            </a:r>
          </a:p>
        </p:txBody>
      </p:sp>
      <p:sp>
        <p:nvSpPr>
          <p:cNvPr id="3" name="TextBox 2"/>
          <p:cNvSpPr txBox="1"/>
          <p:nvPr/>
        </p:nvSpPr>
        <p:spPr>
          <a:xfrm flipH="1">
            <a:off x="169548" y="919502"/>
            <a:ext cx="848868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Rehabilitation is primarily conducted through hospital visits and generic exercise routines.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rely on physiotherapists for exercise instructions and regular progress assessment.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Home-based rehabilitation often lacks proper guidance and structured exercise plans.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tracking is mostly manual and difficult to monitor consistently.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use of digital platforms for personalized rehabilitation support.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personalized rehabilitation based on individual conditions.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centralized exercise guidance and progress monitoring.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clinical visits increase time and cost.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maintaining consistency in home rehabilitation.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accessibility to rehabilitation resources anytime and anywhere.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5"/>
          <p:cNvPicPr>
            <a:picLocks noChangeAspect="1" noChangeArrowheads="1"/>
          </p:cNvPicPr>
          <p:nvPr/>
        </p:nvPicPr>
        <p:blipFill>
          <a:blip r:embed="rId2"/>
          <a:srcRect b="7475"/>
          <a:stretch>
            <a:fillRect/>
          </a:stretch>
        </p:blipFill>
        <p:spPr bwMode="auto">
          <a:xfrm>
            <a:off x="-48052" y="0"/>
            <a:ext cx="9179352" cy="6713240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pic>
      <p:pic>
        <p:nvPicPr>
          <p:cNvPr id="3075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48052" y="6102350"/>
            <a:ext cx="9179352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214414" y="44624"/>
            <a:ext cx="6729432" cy="706421"/>
          </a:xfrm>
        </p:spPr>
        <p:txBody>
          <a:bodyPr/>
          <a:lstStyle/>
          <a:p>
            <a:pPr algn="ctr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52400" y="1002129"/>
            <a:ext cx="862949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ALIGNMENT+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personalized web-based physiotherapy rehabilitation platform that helps users manage posture-related conditions through condition-specific exercise plans and guided rehabilitation. The system provides a centralized interface for selecting conditions, accessing detailed exercise routines, and managing user profiles, making home-based rehabilitation more structured, accessible, and effective.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rehabilitation based on the user's condition.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platform for guided exercise programs.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 with detailed exercise instructions.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convenient home-based physiotherapy.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posture awareness and rehabilitation consistency.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Future-ready platform with scope for AI-powered posture analysis and progress tracking.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57400" y="76200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 PROPOSED  SYSTEM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5"/>
          <p:cNvPicPr>
            <a:picLocks noChangeAspect="1" noChangeArrowheads="1"/>
          </p:cNvPicPr>
          <p:nvPr/>
        </p:nvPicPr>
        <p:blipFill>
          <a:blip r:embed="rId2"/>
          <a:srcRect b="7475"/>
          <a:stretch>
            <a:fillRect/>
          </a:stretch>
        </p:blipFill>
        <p:spPr bwMode="auto">
          <a:xfrm>
            <a:off x="0" y="0"/>
            <a:ext cx="9429523" cy="6858000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pic>
      <p:pic>
        <p:nvPicPr>
          <p:cNvPr id="3075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6102350"/>
            <a:ext cx="9450963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214414" y="44624"/>
            <a:ext cx="6729432" cy="706421"/>
          </a:xfrm>
        </p:spPr>
        <p:txBody>
          <a:bodyPr/>
          <a:lstStyle/>
          <a:p>
            <a:pPr algn="ctr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81000" y="2209800"/>
            <a:ext cx="8282022" cy="685800"/>
          </a:xfrm>
        </p:spPr>
        <p:txBody>
          <a:bodyPr/>
          <a:lstStyle/>
          <a:p>
            <a:pPr marL="342900" indent="-342900" algn="ctr">
              <a:lnSpc>
                <a:spcPct val="100000"/>
              </a:lnSpc>
              <a:buNone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   </a:t>
            </a:r>
          </a:p>
          <a:p>
            <a:pPr marL="342900" indent="-342900" algn="ctr">
              <a:lnSpc>
                <a:spcPct val="100000"/>
              </a:lnSpc>
              <a:buNone/>
            </a:pP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71600" y="57150"/>
            <a:ext cx="594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   SOFTWARE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47800"/>
            <a:ext cx="7315200" cy="1966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28040" marR="41275" lvl="1" indent="-285750" algn="just">
              <a:lnSpc>
                <a:spcPct val="157000"/>
              </a:lnSpc>
              <a:spcAft>
                <a:spcPts val="50"/>
              </a:spcAft>
            </a:pPr>
            <a:endParaRPr lang="en-IN" sz="20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28040" marR="41275" lvl="1" indent="-285750" algn="just">
              <a:lnSpc>
                <a:spcPct val="157000"/>
              </a:lnSpc>
              <a:spcAft>
                <a:spcPts val="50"/>
              </a:spcAft>
            </a:pPr>
            <a:endParaRPr lang="en-IN" sz="20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28040" marR="41275" lvl="1" indent="-285750" algn="just">
              <a:lnSpc>
                <a:spcPct val="157000"/>
              </a:lnSpc>
              <a:spcAft>
                <a:spcPts val="50"/>
              </a:spcAft>
              <a:buFont typeface="Wingdings" panose="05000000000000000000" pitchFamily="2" charset="2"/>
              <a:buChar char="§"/>
            </a:pPr>
            <a:endParaRPr lang="en-IN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28040" marR="41275" lvl="1" indent="-285750" algn="just">
              <a:lnSpc>
                <a:spcPct val="157000"/>
              </a:lnSpc>
              <a:spcAft>
                <a:spcPts val="50"/>
              </a:spcAft>
              <a:buFont typeface="Wingdings" panose="05000000000000000000" pitchFamily="2" charset="2"/>
              <a:buChar char="§"/>
            </a:pPr>
            <a:endParaRPr lang="en-IN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98992"/>
              </p:ext>
            </p:extLst>
          </p:nvPr>
        </p:nvGraphicFramePr>
        <p:xfrm>
          <a:off x="242862" y="865191"/>
          <a:ext cx="9053539" cy="40127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5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7289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S.No</a:t>
                      </a:r>
                      <a:endParaRPr lang="en-US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Components</a:t>
                      </a:r>
                    </a:p>
                    <a:p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Capacity</a:t>
                      </a:r>
                      <a:endParaRPr lang="en-US" sz="2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906">
                <a:tc>
                  <a:txBody>
                    <a:bodyPr/>
                    <a:lstStyle/>
                    <a:p>
                      <a:r>
                        <a:rPr kumimoji="0" lang="en-US" sz="2000" b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kumimoji="0" lang="en-US" sz="2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 Systems supported</a:t>
                      </a:r>
                    </a:p>
                    <a:p>
                      <a:endParaRPr kumimoji="0" lang="en-US" sz="2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None/>
                      </a:pPr>
                      <a:r>
                        <a:rPr kumimoji="0" lang="en-US" sz="2000" b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</a:t>
                      </a:r>
                      <a:r>
                        <a:rPr kumimoji="0" lang="en-US" sz="2000" b="0" kern="12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10 / 11 </a:t>
                      </a:r>
                      <a:endParaRPr kumimoji="0" lang="en-US" sz="2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kern="12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  <a:endParaRPr kumimoji="0" lang="en-US" sz="2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HTML5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, CSS3 , JavaScript</a:t>
                      </a:r>
                      <a:endParaRPr kumimoji="0" lang="en-US" sz="20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99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3.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itchFamily="18" charset="0"/>
                          <a:cs typeface="Times New Roman" pitchFamily="18" charset="0"/>
                        </a:rPr>
                        <a:t>Python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99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 / Code Editor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Visual Studio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9906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Browser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Chrome / Microsoft Edge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99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MySQL</a:t>
                      </a:r>
                    </a:p>
                  </a:txBody>
                  <a:tcPr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5"/>
          <p:cNvPicPr>
            <a:picLocks noChangeAspect="1" noChangeArrowheads="1"/>
          </p:cNvPicPr>
          <p:nvPr/>
        </p:nvPicPr>
        <p:blipFill>
          <a:blip r:embed="rId3"/>
          <a:srcRect b="7475"/>
          <a:stretch>
            <a:fillRect/>
          </a:stretch>
        </p:blipFill>
        <p:spPr bwMode="auto">
          <a:xfrm>
            <a:off x="0" y="0"/>
            <a:ext cx="9296400" cy="6954434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pic>
      <p:pic>
        <p:nvPicPr>
          <p:cNvPr id="3075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-13252" y="6198784"/>
            <a:ext cx="9309652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214414" y="44624"/>
            <a:ext cx="6729432" cy="706421"/>
          </a:xfrm>
        </p:spPr>
        <p:txBody>
          <a:bodyPr/>
          <a:lstStyle/>
          <a:p>
            <a:pPr algn="ctr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        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71472" y="2204864"/>
            <a:ext cx="8143932" cy="1296144"/>
          </a:xfrm>
        </p:spPr>
        <p:txBody>
          <a:bodyPr/>
          <a:lstStyle/>
          <a:p>
            <a:pPr marL="342900" indent="-342900" algn="just">
              <a:lnSpc>
                <a:spcPct val="100000"/>
              </a:lnSpc>
              <a:buNone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1936474" y="38100"/>
            <a:ext cx="62359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  HARDWARE REQUIREMENTS</a:t>
            </a:r>
            <a:endParaRPr lang="en-US" sz="200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508610"/>
              </p:ext>
            </p:extLst>
          </p:nvPr>
        </p:nvGraphicFramePr>
        <p:xfrm>
          <a:off x="228600" y="990600"/>
          <a:ext cx="8915400" cy="510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77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5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2235">
                <a:tc>
                  <a:txBody>
                    <a:bodyPr/>
                    <a:lstStyle/>
                    <a:p>
                      <a:r>
                        <a:rPr kumimoji="0" lang="en-US" sz="2400" b="1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S.No</a:t>
                      </a:r>
                      <a:endParaRPr kumimoji="0" lang="en-US" sz="2400" b="1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1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Components</a:t>
                      </a:r>
                      <a:endParaRPr kumimoji="0" lang="en-US" sz="2400" b="1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1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Capacity</a:t>
                      </a:r>
                      <a:endParaRPr kumimoji="0" lang="en-US" sz="2400" b="1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2235">
                <a:tc>
                  <a:txBody>
                    <a:bodyPr/>
                    <a:lstStyle/>
                    <a:p>
                      <a:r>
                        <a:rPr kumimoji="0" lang="en-US" sz="2000" b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1.</a:t>
                      </a:r>
                      <a:endParaRPr kumimoji="0" lang="en-US" sz="2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2000" b="0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Processor</a:t>
                      </a:r>
                      <a:endParaRPr kumimoji="0" lang="en-US" sz="2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US" sz="2000" b="0" kern="12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Intel i3 or above </a:t>
                      </a:r>
                      <a:endParaRPr kumimoji="0" lang="en-US" sz="2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2235">
                <a:tc>
                  <a:txBody>
                    <a:bodyPr/>
                    <a:lstStyle/>
                    <a:p>
                      <a:r>
                        <a:rPr kumimoji="0" lang="en-US" sz="2000" b="0" kern="120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</a:rPr>
                        <a:t>2.</a:t>
                      </a:r>
                      <a:endParaRPr kumimoji="0" lang="en-US" sz="2000" b="0" kern="120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000" b="0" kern="120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</a:rPr>
                        <a:t>RAM</a:t>
                      </a:r>
                      <a:endParaRPr kumimoji="0" lang="en-US" sz="2000" b="0" kern="120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kern="120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</a:rPr>
                        <a:t>4GB(Minimum) , 8GB(Recommended)</a:t>
                      </a:r>
                      <a:endParaRPr kumimoji="0" lang="en-US" sz="2000" b="0" kern="120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6460">
                <a:tc>
                  <a:txBody>
                    <a:bodyPr/>
                    <a:lstStyle/>
                    <a:p>
                      <a:r>
                        <a:rPr kumimoji="0" lang="en-US" sz="2000" b="0" kern="120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</a:rPr>
                        <a:t>3.</a:t>
                      </a:r>
                      <a:endParaRPr kumimoji="0" lang="en-US" sz="2000" b="0" kern="120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000" b="0" kern="120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</a:rPr>
                        <a:t>Storage</a:t>
                      </a:r>
                      <a:endParaRPr kumimoji="0" lang="en-US" sz="2000" b="0" kern="120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kern="120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</a:rPr>
                        <a:t>20GB Free Disk Space</a:t>
                      </a:r>
                    </a:p>
                    <a:p>
                      <a:endParaRPr kumimoji="0" lang="en-US" sz="2000" b="0" kern="120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2235">
                <a:tc>
                  <a:txBody>
                    <a:bodyPr/>
                    <a:lstStyle/>
                    <a:p>
                      <a:r>
                        <a:rPr kumimoji="0" lang="en-US" sz="2000" b="0" kern="120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</a:rPr>
                        <a:t>4.</a:t>
                      </a:r>
                      <a:endParaRPr kumimoji="0" lang="en-US" sz="2000" b="0" kern="120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000" b="0" kern="120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</a:rPr>
                        <a:t>Internet</a:t>
                      </a:r>
                      <a:endParaRPr kumimoji="0" lang="en-US" sz="2000" b="0" kern="120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000" b="0" kern="1200" baseline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</a:rPr>
                        <a:t>Required  </a:t>
                      </a:r>
                      <a:endParaRPr kumimoji="0" lang="en-US" sz="2000" b="0" kern="120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Times New Roman" pitchFamily="18" charset="0"/>
                        <a:ea typeface="+mj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comb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5"/>
          <p:cNvPicPr>
            <a:picLocks noChangeAspect="1" noChangeArrowheads="1"/>
          </p:cNvPicPr>
          <p:nvPr/>
        </p:nvPicPr>
        <p:blipFill>
          <a:blip r:embed="rId2"/>
          <a:srcRect b="7475"/>
          <a:stretch>
            <a:fillRect/>
          </a:stretch>
        </p:blipFill>
        <p:spPr bwMode="auto">
          <a:xfrm>
            <a:off x="0" y="-13595"/>
            <a:ext cx="9164638" cy="6726835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pic>
      <p:pic>
        <p:nvPicPr>
          <p:cNvPr id="3075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6102350"/>
            <a:ext cx="9164638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71472" y="2204864"/>
            <a:ext cx="8143932" cy="1296144"/>
          </a:xfrm>
        </p:spPr>
        <p:txBody>
          <a:bodyPr/>
          <a:lstStyle/>
          <a:p>
            <a:pPr marL="342900" indent="-342900" algn="just">
              <a:lnSpc>
                <a:spcPct val="100000"/>
              </a:lnSpc>
              <a:buNone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2052" name="Picture 4" descr="6,580 Thank You Cartoon Stock Photos and Images - 123R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990600"/>
            <a:ext cx="8915400" cy="4966990"/>
          </a:xfrm>
          <a:prstGeom prst="rect">
            <a:avLst/>
          </a:prstGeom>
          <a:solidFill>
            <a:srgbClr val="FF0000"/>
          </a:solidFill>
        </p:spPr>
      </p:pic>
    </p:spTree>
    <p:extLst>
      <p:ext uri="{BB962C8B-B14F-4D97-AF65-F5344CB8AC3E}">
        <p14:creationId xmlns:p14="http://schemas.microsoft.com/office/powerpoint/2010/main" val="31130661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>
            <a:extLst>
              <a:ext uri="{FF2B5EF4-FFF2-40B4-BE49-F238E27FC236}">
                <a16:creationId xmlns:a16="http://schemas.microsoft.com/office/drawing/2014/main" id="{1E431BF7-B61E-177C-B6ED-54D9AC00B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b="7475"/>
          <a:stretch>
            <a:fillRect/>
          </a:stretch>
        </p:blipFill>
        <p:spPr bwMode="auto">
          <a:xfrm>
            <a:off x="0" y="-13595"/>
            <a:ext cx="9164638" cy="6726835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A09C78-5B36-F8D6-BCA4-3FFF33850E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6102350"/>
            <a:ext cx="9164638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77C64B-F67B-C644-B4B8-7BDEC9E8BB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4400"/>
            <a:ext cx="9164638" cy="518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0830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5628</TotalTime>
  <Words>544</Words>
  <Application>Microsoft Office PowerPoint</Application>
  <PresentationFormat>On-screen Show (4:3)</PresentationFormat>
  <Paragraphs>106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Lucida Sans</vt:lpstr>
      <vt:lpstr>Times New Roman</vt:lpstr>
      <vt:lpstr>Wingdings</vt:lpstr>
      <vt:lpstr>Wingdings 3</vt:lpstr>
      <vt:lpstr>Office Theme</vt:lpstr>
      <vt:lpstr>PowerPoint Presentation</vt:lpstr>
      <vt:lpstr>PowerPoint Presentation</vt:lpstr>
      <vt:lpstr> CONTENTS</vt:lpstr>
      <vt:lpstr>ABSTRACT </vt:lpstr>
      <vt:lpstr> </vt:lpstr>
      <vt:lpstr>PowerPoint Presentation</vt:lpstr>
      <vt:lpstr> </vt:lpstr>
      <vt:lpstr> </vt:lpstr>
      <vt:lpstr>        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Innovative privacy preserving search framework for pws</dc:title>
  <dc:creator>Hp india</dc:creator>
  <cp:lastModifiedBy>zawad shaik</cp:lastModifiedBy>
  <cp:revision>392</cp:revision>
  <dcterms:created xsi:type="dcterms:W3CDTF">2015-04-22T17:02:54Z</dcterms:created>
  <dcterms:modified xsi:type="dcterms:W3CDTF">2026-07-05T15:10:51Z</dcterms:modified>
</cp:coreProperties>
</file>